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-600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2722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PortalX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66928" y="2039893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Website with a Lightweight CMS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839097" y="296105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Midnight Coders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839097" y="332681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 Engineering College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2676737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2988320"/>
            <a:ext cx="8686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websites are usually </a:t>
            </a:r>
            <a:r>
              <a:rPr lang="en-US" sz="1650" dirty="0" smtClean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</a:t>
            </a:r>
            <a:endParaRPr lang="en-US" sz="16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need to edit code just to add a project or post</a:t>
            </a:r>
            <a:endParaRPr lang="en-US" sz="16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simple way to update content without a developer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548640" y="493774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2181497" y="561712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 smtClean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Wolf </a:t>
            </a:r>
            <a:r>
              <a:rPr lang="en-US" sz="3800" b="1" dirty="0" err="1" smtClean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Hackathon</a:t>
            </a:r>
            <a:r>
              <a:rPr lang="en-US" sz="3800" b="1" dirty="0" smtClean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2.0</a:t>
            </a:r>
            <a:endParaRPr lang="en-US" sz="3800" dirty="0"/>
          </a:p>
        </p:txBody>
      </p:sp>
      <p:pic>
        <p:nvPicPr>
          <p:cNvPr id="10" name="Picture 9" descr="WhatsApp Image 2026-07-31 at 4.18.07 PM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908" y="218770"/>
            <a:ext cx="2205709" cy="2205709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7863840" y="3873136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 err="1" smtClean="0">
                <a:solidFill>
                  <a:srgbClr val="333333"/>
                </a:solidFill>
                <a:latin typeface="Calibri" pitchFamily="34" charset="0"/>
                <a:cs typeface="Calibri" pitchFamily="34" charset="-120"/>
              </a:rPr>
              <a:t>Sureka</a:t>
            </a:r>
            <a:r>
              <a:rPr lang="en-US" sz="2000" dirty="0" smtClean="0">
                <a:solidFill>
                  <a:srgbClr val="333333"/>
                </a:solidFill>
                <a:latin typeface="Calibri" pitchFamily="34" charset="0"/>
                <a:cs typeface="Calibri" pitchFamily="34" charset="-120"/>
              </a:rPr>
              <a:t> M 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 smtClean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 smtClean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Subalakshimi</a:t>
            </a:r>
            <a:r>
              <a:rPr lang="en-US" sz="2000" dirty="0" smtClean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 err="1" smtClean="0">
                <a:solidFill>
                  <a:srgbClr val="333333"/>
                </a:solidFill>
                <a:latin typeface="Calibri" pitchFamily="34" charset="0"/>
                <a:cs typeface="Calibri" pitchFamily="34" charset="-120"/>
              </a:rPr>
              <a:t>Santhosh</a:t>
            </a:r>
            <a:r>
              <a:rPr lang="en-US" sz="2000" dirty="0" smtClean="0">
                <a:solidFill>
                  <a:srgbClr val="333333"/>
                </a:solidFill>
                <a:latin typeface="Calibri" pitchFamily="34" charset="0"/>
                <a:cs typeface="Calibri" pitchFamily="34" charset="-120"/>
              </a:rPr>
              <a:t> Kumar S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 err="1" smtClean="0">
                <a:solidFill>
                  <a:srgbClr val="333333"/>
                </a:solidFill>
                <a:latin typeface="Calibri" pitchFamily="34" charset="0"/>
                <a:cs typeface="Calibri" pitchFamily="34" charset="-120"/>
              </a:rPr>
              <a:t>Aravindan</a:t>
            </a:r>
            <a:r>
              <a:rPr lang="en-US" sz="2000" dirty="0" smtClean="0">
                <a:solidFill>
                  <a:srgbClr val="333333"/>
                </a:solidFill>
                <a:latin typeface="Calibri" pitchFamily="34" charset="0"/>
                <a:cs typeface="Calibri" pitchFamily="34" charset="-120"/>
              </a:rPr>
              <a:t> 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Login  →  2. Manage Content  →  3. Upload Image  →  4. Save to Database  →  5. Live on Site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Visitor 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Home Page  →  2. Projects / Skills / Blog  →  3. Project Details  →  4. Contact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 / Abstract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PortalX is a portfolio website with a built-in admin panel. The owner can add and update projects, skills, and blog posts directly from a dashboard, without touching code. Content changes go live instantly, and the site includes SEO tags, image upload, and a dark/light theme.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can: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edit / delete projects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skills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blog posts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images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350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stack: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035040" y="329184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Vite, TypeScript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(Auth, Database, Storage)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for deployment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Chose This + Purpose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Idea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problem faced by developers and students</a:t>
            </a:r>
            <a:endParaRPr lang="en-US" sz="15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login, database, storage, and SEO</a:t>
            </a:r>
            <a:endParaRPr lang="en-US" sz="15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to finish in 24 hours</a:t>
            </a:r>
            <a:endParaRPr lang="en-US" sz="15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even after the hackathon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126480" y="1188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126480" y="169164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owners no-code control over their content</a:t>
            </a:r>
            <a:endParaRPr lang="en-US" sz="15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site always updated and SEO-friendly</a:t>
            </a:r>
            <a:endParaRPr lang="en-US" sz="15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something usable, not just a demo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Midnight Coders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270</Words>
  <Application>Microsoft Office PowerPoint</Application>
  <PresentationFormat>Custom</PresentationFormat>
  <Paragraphs>47</Paragraphs>
  <Slides>5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DELL</cp:lastModifiedBy>
  <cp:revision>5</cp:revision>
  <dcterms:created xsi:type="dcterms:W3CDTF">2026-07-31T11:44:09Z</dcterms:created>
  <dcterms:modified xsi:type="dcterms:W3CDTF">2026-07-31T12:05:08Z</dcterms:modified>
</cp:coreProperties>
</file>